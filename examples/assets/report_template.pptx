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h:text:title"/>
          <p:cNvSpPr txBox="1"/>
          <p:nvPr/>
        </p:nvSpPr>
        <p:spPr>
          <a:xfrm>
            <a:off x="914400" y="731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标题占位</a:t>
            </a:r>
          </a:p>
        </p:txBody>
      </p:sp>
      <p:sp>
        <p:nvSpPr>
          <p:cNvPr id="3" name="ph:image:logo"/>
          <p:cNvSpPr txBox="1"/>
          <p:nvPr/>
        </p:nvSpPr>
        <p:spPr>
          <a:xfrm>
            <a:off x="5669280" y="54864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LOGO</a:t>
            </a:r>
          </a:p>
        </p:txBody>
      </p:sp>
      <p:sp>
        <p:nvSpPr>
          <p:cNvPr id="4" name="ph:chart:sales_chart"/>
          <p:cNvSpPr txBox="1"/>
          <p:nvPr/>
        </p:nvSpPr>
        <p:spPr>
          <a:xfrm>
            <a:off x="914400" y="164592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图表占位</a:t>
            </a:r>
          </a:p>
        </p:txBody>
      </p:sp>
      <p:sp>
        <p:nvSpPr>
          <p:cNvPr id="5" name="ph:table:risk_table"/>
          <p:cNvSpPr txBox="1"/>
          <p:nvPr/>
        </p:nvSpPr>
        <p:spPr>
          <a:xfrm>
            <a:off x="4114800" y="1645920"/>
            <a:ext cx="2468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表格占位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项目：{{project.name}} 负责人：{{owner.name}} 日期：{{report_date}}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4663440"/>
          <a:ext cx="4114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59436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{{project.name}}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{{owner.name}}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