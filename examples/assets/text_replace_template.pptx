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项目：{{project.name}} 负责人：{{owner.name}} 日期：{{report_date}} 缺失：{{missing.value}}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01168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{{project.name}}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负责人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{{owner.name}}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